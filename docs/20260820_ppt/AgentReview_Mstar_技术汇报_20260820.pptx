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AgentReview M★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>
                <a:solidFill>
                  <a:srgbClr val="9FB8E8"/>
                </a:solidFill>
                <a:latin typeface="Microsoft YaHei"/>
                <a:ea typeface="Microsoft YaHei"/>
              </a:rPr>
              <a:t>Memory-Evolution Framework for Improving LLM-based Paper Review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让 Reviewer Agent 通过可执行 MemoryProgram 的自进化，积累历史审稿经验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8A97B5"/>
                </a:solidFill>
                <a:latin typeface="Microsoft YaHei"/>
                <a:ea typeface="Microsoft YaHei"/>
              </a:rPr>
              <a:t>技术汇报 · 2026-08-20 · 基准 commit 7256ffc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8A97B5"/>
                </a:solidFill>
                <a:latin typeface="Microsoft YaHei"/>
                <a:ea typeface="Microsoft YaHei"/>
              </a:rPr>
              <a:t>关键词：</a:t>
            </a:r>
            <a:r>
              <a:rPr sz="1300" b="0">
                <a:solidFill>
                  <a:srgbClr val="C7D3E8"/>
                </a:solidFill>
                <a:latin typeface="Microsoft YaHei"/>
                <a:ea typeface="Microsoft YaHei"/>
              </a:rPr>
              <a:t>MemoryProgram Evolution · Specialist Reviewer · 四区数据隔离 · CoCoReviewBench · BGE-M3 · 沙箱进化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背景：LLM Reviewer 缺的不是表达能力，是经验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现状：</a:t>
            </a:r>
            <a:r>
              <a:rPr sz="1500" b="0">
                <a:solidFill>
                  <a:srgbClr val="232833"/>
                </a:solidFill>
                <a:latin typeface="Microsoft YaHei"/>
                <a:ea typeface="Microsoft YaHei"/>
              </a:rPr>
              <a:t>LLM Reviewer 能生成流畅的 review，但每篇论文都从零开始——没有长期经验积累。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缺口一：</a:t>
            </a:r>
            <a:r>
              <a:rPr sz="1500" b="0">
                <a:solidFill>
                  <a:srgbClr val="232833"/>
                </a:solidFill>
                <a:latin typeface="Microsoft YaHei"/>
                <a:ea typeface="Microsoft YaHei"/>
              </a:rPr>
              <a:t>缺少针对不同评审维度（质量/清晰度/重要性/原创性/规范性）的专业能力。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缺口二：</a:t>
            </a:r>
            <a:r>
              <a:rPr sz="1500" b="0">
                <a:solidFill>
                  <a:srgbClr val="232833"/>
                </a:solidFill>
                <a:latin typeface="Microsoft YaHei"/>
                <a:ea typeface="Microsoft YaHei"/>
              </a:rPr>
              <a:t>评审策略靠人手工设计 prompt / 固定 retrieval，系统本身无法自我改进。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缺口三：</a:t>
            </a:r>
            <a:r>
              <a:rPr sz="1500" b="0">
                <a:solidFill>
                  <a:srgbClr val="232833"/>
                </a:solidFill>
                <a:latin typeface="Microsoft YaHei"/>
                <a:ea typeface="Microsoft YaHei"/>
              </a:rPr>
              <a:t>自动 review 与 human reviewer 的评价在完整性、正确性上仍有可度量差距。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500" b="1">
                <a:solidFill>
                  <a:srgbClr val="1B2A4A"/>
                </a:solidFill>
                <a:latin typeface="Microsoft YaHei"/>
                <a:ea typeface="Microsoft YaHei"/>
              </a:rPr>
              <a:t>本项目的回答：</a:t>
            </a:r>
            <a:r>
              <a:rPr sz="1500" b="0">
                <a:solidFill>
                  <a:srgbClr val="232833"/>
                </a:solidFill>
                <a:latin typeface="Microsoft YaHei"/>
                <a:ea typeface="Microsoft YaHei"/>
              </a:rPr>
              <a:t>不手工调 prompt，而是让 Agent 自己进化「如何记取和使用审稿经验」。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554480"/>
            <a:ext cx="3657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1B2A4A"/>
                </a:solidFill>
                <a:latin typeface="Microsoft YaHei"/>
                <a:ea typeface="Microsoft YaHei"/>
              </a:rPr>
              <a:t>核心主张 M★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给 Evolution 足够大的「如何成为一个好 Reviewer」的设计自由；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但锁定 Reviewer 的基本职责（Frozen Reviewer Identity）；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并把所有 Benchmark 留在系统最外层，作为独立裁判。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800" b="0">
                <a:solidFill>
                  <a:srgbClr val="2328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0E7C7B"/>
                </a:solidFill>
                <a:latin typeface="Microsoft YaHei"/>
                <a:ea typeface="Microsoft YaHei"/>
              </a:rPr>
              <a:t>Memory 是当前的可进化抓手，不是最终目的。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核心思想：可执行的 MemoryProgram 是进化对象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692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  <a:ea typeface="Microsoft YaHei"/>
              </a:rPr>
              <a:t>每个审稿角色对应一个可执行 Python 程序，在沙箱中运行，由 Evolution 改写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97480" cy="13716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KnowledgeItem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记什么：经验的字段与结构（Schema）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55264" y="2148840"/>
            <a:ext cx="182880" cy="25603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697480" cy="137160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KnowledgeBase.write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怎么存：从历史论文自产经验中提取、压缩、写入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35624" y="2148840"/>
            <a:ext cx="182880" cy="25603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59" y="1600200"/>
            <a:ext cx="2697480" cy="137160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KnowledgeBase.read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怎么取：按当前论文检索、排序、组合经验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15984" y="2148840"/>
            <a:ext cx="182880" cy="25603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1600200"/>
            <a:ext cx="2697480" cy="13716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instruction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怎么给：把记忆组织成 Reviewer 的上下文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1155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三种 Seed Program（三条独立 lineage）：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vector_search / llm_summarizer / experience_learner——对「好审稿系统如何构建」的三种不同初始假设，允许真实分叉。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进化产物：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每任务晋升一个 best_program.py，经 MSTAR_PROGRAM_DIR 部署到在线评审；部署后 Program 冻结，不在线自改。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明确不进化：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五角色基础职责、Task Agent、评估器、Base LLM 生成条件、当前论文正文——保证实验对象不漂移。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系统总体架构：五个平面 + 最外层独立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92024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外部数据源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1609344" cy="960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</a:rPr>
              <a:t>OpenReview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论文+人审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63240"/>
            <a:ext cx="1609344" cy="960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</a:rPr>
              <a:t>CoCoReviewBench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3900 submissions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06240"/>
            <a:ext cx="1609344" cy="960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1B2A4A"/>
                </a:solidFill>
                <a:latin typeface="Microsoft YaHei"/>
                <a:ea typeface="Microsoft YaHei"/>
              </a:rPr>
              <a:t>Semantic Scholar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371600"/>
            <a:ext cx="1783080" cy="393192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46304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① 资产冻结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scripts/（一次性）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31720"/>
            <a:ext cx="162763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family 去重时序切分 A/B/C/D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时间安全 S2 冻结池 v2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只读审计→asset_manifest_v2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9704" y="3108960"/>
            <a:ext cx="146304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6008" y="1371600"/>
            <a:ext cx="1783080" cy="39319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46304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② 离线进化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memory_evolution/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331720"/>
            <a:ext cx="162763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3 条 seed lineage 种群搜索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Reflector 突变+沙箱评测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产出 6 个 best_program.py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28232" y="3108960"/>
            <a:ext cx="146304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74536" y="1371600"/>
            <a:ext cx="1783080" cy="393192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46304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③ 有效性筛选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effectiveness_screening/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331720"/>
            <a:ext cx="162763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预注册三臂两重复矩阵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盲评 proxy 评测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bootstrap CI 汇总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66760" y="3108960"/>
            <a:ext cx="146304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13064" y="1371600"/>
            <a:ext cx="1783080" cy="393192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146304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④ 在线评审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run_single_paper_review_cli.py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2331720"/>
            <a:ext cx="162763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5 specialist 并发 + META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注入 M★ 程序记忆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锚点校验+断点续跑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05288" y="3108960"/>
            <a:ext cx="146304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51592" y="1371600"/>
            <a:ext cx="1783080" cy="39319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4744" y="146304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⑤ 最外层 Benchmark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Program 冻结后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3032" y="2331720"/>
            <a:ext cx="162763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Benchmark Adapter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CoCoReviewBench 官方 pipeline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232833"/>
                </a:solidFill>
                <a:latin typeface="Microsoft YaHei"/>
                <a:ea typeface="Microsoft YaHei"/>
              </a:rPr>
              <a:t>· D 区 untouched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32120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1B2A4A"/>
                </a:solidFill>
                <a:latin typeface="Microsoft YaHei"/>
                <a:ea typeface="Microsoft YaHei"/>
              </a:rPr>
              <a:t>只读查看器：</a:t>
            </a: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viewer.py :7861（评审结果） / evolution_viewer :7862（进化 lineage+scores）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1B2A4A"/>
                </a:solidFill>
                <a:latin typeface="Microsoft YaHei"/>
                <a:ea typeface="Microsoft YaHei"/>
              </a:rPr>
              <a:t>关键事实：</a:t>
            </a: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主实验入口是顶层 run_single_paper_review_cli.py；旧 Arena/Environment 多论文链路为遗产代码，主流程不经过。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Reviewer 拓扑：五个 Specialist +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692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  <a:ea typeface="Microsoft YaHei"/>
              </a:rPr>
              <a:t>Frozen Reviewer Identity：角色职责永久锁定，Evolution 不得修改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7373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论文 Markdown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正文解析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source anchors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冻结 S2 池(可选)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3063240"/>
            <a:ext cx="320040" cy="32004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188720"/>
            <a:ext cx="2286000" cy="804672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QUAL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技术质量  +  专属 MemoryProgram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1472184"/>
            <a:ext cx="457200" cy="237744"/>
          </a:xfrm>
          <a:prstGeom prst="rightArrow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2121408"/>
            <a:ext cx="2286000" cy="804672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CLAR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写作清晰度  +  专属 MemoryProgram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404872"/>
            <a:ext cx="457200" cy="237744"/>
          </a:xfrm>
          <a:prstGeom prst="rightArrow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3054096"/>
            <a:ext cx="2286000" cy="804672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SIGN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重要性  +  专属 MemoryProgram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3337560"/>
            <a:ext cx="457200" cy="237744"/>
          </a:xfrm>
          <a:prstGeom prst="rightArrow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80" y="3986784"/>
            <a:ext cx="2286000" cy="804672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ORIG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原创性  +  专属 MemoryProgram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9200" y="4270248"/>
            <a:ext cx="457200" cy="237744"/>
          </a:xfrm>
          <a:prstGeom prst="rightArrow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80" y="4919472"/>
            <a:ext cx="2286000" cy="804672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POL</a:t>
            </a:r>
          </a:p>
          <a:p>
            <a:pPr algn="ctr"/>
            <a:r>
              <a:rPr sz="950" b="0">
                <a:solidFill>
                  <a:srgbClr val="555F6E"/>
                </a:solidFill>
                <a:latin typeface="Microsoft YaHei"/>
                <a:ea typeface="Microsoft YaHei"/>
              </a:rPr>
              <a:t>规范性  +  专属 MemoryProgram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29200" y="5202936"/>
            <a:ext cx="457200" cy="237744"/>
          </a:xfrm>
          <a:prstGeom prst="rightArrow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2468880"/>
            <a:ext cx="2011680" cy="146304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1B2A4A"/>
                </a:solidFill>
                <a:latin typeface="Microsoft YaHei"/>
                <a:ea typeface="Microsoft YaHei"/>
              </a:rPr>
              <a:t>META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聚合 5 份 specialist review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产出最终 meta-review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80960" y="3063240"/>
            <a:ext cx="320040" cy="320040"/>
          </a:xfrm>
          <a:prstGeom prst="righ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2468880"/>
            <a:ext cx="20116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Meta-Review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锚点校验/修复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结构化输出落盘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7044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150" b="1">
                <a:solidFill>
                  <a:srgbClr val="1B2A4A"/>
                </a:solidFill>
                <a:latin typeface="Microsoft YaHei"/>
                <a:ea typeface="Microsoft YaHei"/>
              </a:rPr>
              <a:t>硬约束：</a:t>
            </a:r>
            <a:r>
              <a:rPr sz="1150" b="0">
                <a:solidFill>
                  <a:srgbClr val="232833"/>
                </a:solidFill>
                <a:latin typeface="Microsoft YaHei"/>
                <a:ea typeface="Microsoft YaHei"/>
              </a:rPr>
              <a:t>5 个 specialist 相互独立、可并行，互不可见对方结果；只有 META 聚合。当前最小闭环先跑 QUAL。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150" b="1">
                <a:solidFill>
                  <a:srgbClr val="1B2A4A"/>
                </a:solidFill>
                <a:latin typeface="Microsoft YaHei"/>
                <a:ea typeface="Microsoft YaHei"/>
              </a:rPr>
              <a:t>唯一来源 REVIEW_Request.md：</a:t>
            </a:r>
            <a:r>
              <a:rPr sz="1150" b="0">
                <a:solidFill>
                  <a:srgbClr val="232833"/>
                </a:solidFill>
                <a:latin typeface="Microsoft YaHei"/>
                <a:ea typeface="Microsoft YaHei"/>
              </a:rPr>
              <a:t>5 角色 + 23 个子维度，运行时校验 SHA-256（609eb930…7be42），被两个外部包反向引用作契约。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MemoryProgram Evolution 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692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  <a:ea typeface="Microsoft YaHei"/>
              </a:rPr>
              <a:t>memory_evolution/search.py · 正式预算与协议数字固化于 cli.py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103120" cy="141732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父程序选择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softmax 按 static score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温度 0.15，保持种群多样性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8608" y="1965960"/>
            <a:ext cx="201168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4" y="1417320"/>
            <a:ext cx="2103120" cy="14173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Reflector 突变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LLM contextual V4A patch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compile_fix_loop ≤ 3 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9472" y="1965960"/>
            <a:ext cx="201168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38928" y="1417320"/>
            <a:ext cx="2103120" cy="141732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质量门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静态检查：import 白名单 /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协议 / 读上限 + 编译冒烟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60336" y="1965960"/>
            <a:ext cx="201168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79792" y="1417320"/>
            <a:ext cx="2103120" cy="141732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沙箱评测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bubblewrap+rlimit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A 区回放→B 区评审→fitness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01200" y="1965960"/>
            <a:ext cx="201168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0656" y="1417320"/>
            <a:ext cx="2103120" cy="14173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持久化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lineage.jsonl / scores.jsonl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断点续跑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698480" cy="18288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1155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正式预算（代码固化）：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21 次 successful child evaluations，每条 seed lineage 7 个；单个预注册 outer seed 0。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验证集：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static 25（只评分，不进 Reflector）+ rotating 5（有限 trace 反馈），BGE-M3 冻结选择，正式模式无随机回退。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适应度：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Judge 五项质量分（1–5）与 CoCo 类别覆盖率的调和平均；B 区 gold 只进 evaluator_only 产物。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宿主安全：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宿主进程永不执行候选代码——全部评测在 bubblewrap 沙箱内完成。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进化语义：为什么这个实验是公平的（ADR-0007）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Fresh-State 语义：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每次 fitness evaluation = fresh empty Memory → 按冻结顺序回放 A 区 → 自产 Experience/Memory → B 区 Evolution Validation。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时序协议（硬规则）：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对 Paper_i：先读取、可读 Paper_1..i-1 的已有 Memory，自己审稿完成后才把 Paper_i 的经验写入——不能先写再审、不能读自己刚产的经验。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继承的是代码，不是记忆：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Candidate 不继承父 Candidate 的运行时 Memory State；mutation 传递的是 Program / code lineage。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Self-Generated Experience：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所有 Seed 共享同一批历史原材料（论文全文+metadata+anchors），各自形成自己的经验——共享的是题目，不是答案。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Engineering Budget：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同一实验内所有 Candidate 用相同 Base LLM 与 API 能力边界；实际 token / context / latency 如实记录，用于 performance–cost 分析，而非强行拉平。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Unified Interface：</a:t>
            </a:r>
            <a:r>
              <a:rPr sz="1400" b="0">
                <a:solidFill>
                  <a:srgbClr val="232833"/>
                </a:solidFill>
                <a:latin typeface="Microsoft YaHei"/>
                <a:ea typeface="Microsoft YaHei"/>
              </a:rPr>
              <a:t>evolution 与 deployment 走同一 canonical paper-content builder、同一裁剪实现——不允许 evolution 60K vs deployment 35K 的分裂。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数据协议：family 级时序四区隔离（ADR-0006）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3774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CoCoReviewBench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3900 条 submission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只读 source pool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1965960"/>
            <a:ext cx="320040" cy="32004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743200" cy="13716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family 去重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paperhash / normalized title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传递闭包 → deterministic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选 representative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1965960"/>
            <a:ext cx="320040" cy="32004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2194560" cy="137160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3889 个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family-level targets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冻结 manifest+SHA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2697480" cy="169164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A 区 Historical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2391 篇（≤2022）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Program 回放历史、自产经验；candidate 不可见 gold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46120"/>
            <a:ext cx="2697480" cy="169164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B 区 Evolution Validation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300 篇（2023）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selection / mutation / promotion 的 fitness 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46120"/>
            <a:ext cx="2697480" cy="169164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C 区 Effectiveness Holdout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300 篇（2023）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Program 冻结后的首次独立 effectiveness 测量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246120"/>
            <a:ext cx="2697480" cy="169164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D 区 Held-out Benchmark Test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899 篇（2024–25）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最外层 Official Benchmark；看过即失去 untouched 身份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硬约束：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四区两两 paper ID / normalized title / family 零重叠，且 max(A/B/C cutoff) ≤ min(D cutoff)；formal 入口强制审计。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S2 时间安全：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每篇带 paper_review_cutoff（保守 year-level）；publication date 晚于 cutoff 的检索结果拒绝，缓存记录 SHA。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Human Reference Boundary：泄漏防控是系统级设计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237744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E7C7B"/>
                </a:solidFill>
                <a:latin typeface="Microsoft YaHei"/>
                <a:ea typeface="Microsoft YaHei"/>
              </a:rPr>
              <a:t>✓ gold 只允许进入三处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· external evaluator（fitness 计算）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· evolution fitness computation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· benchmark evaluation（最外层）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600" b="0">
                <a:solidFill>
                  <a:srgbClr val="2328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55F6E"/>
                </a:solidFill>
                <a:latin typeface="Microsoft YaHei"/>
                <a:ea typeface="Microsoft YaHei"/>
              </a:rPr>
              <a:t>Evolution 只能获得 scalar fitness / 不泄漏答案的 structured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577840" cy="2377440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8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212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B83A3A"/>
                </a:solidFill>
                <a:latin typeface="Microsoft YaHei"/>
                <a:ea typeface="Microsoft YaHei"/>
              </a:rPr>
              <a:t>✗ 不得进入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candidate-visible Episode · Reviewer prompt · MemoryProgram 输入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KnowledgeItem 提取输入 · retrieved Memory · mutation prompt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600" b="0">
                <a:solidFill>
                  <a:srgbClr val="2328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55F6E"/>
                </a:solidFill>
                <a:latin typeface="Microsoft YaHei"/>
                <a:ea typeface="Microsoft YaHei"/>
              </a:rPr>
              <a:t>旁路规则：judge rationale 若复述 gold，不得原样回灌给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155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Candidate 可见的只有：</a:t>
            </a: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论文全文 + Candidate-Visible Metadata（paper_id/title/venue/year/role）+ source anchors + 可选 time-safe S2 池。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代码级保障：</a:t>
            </a: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agentreview_data.py 的 assert_no_human_reference_leak 泄漏审计；B 区 gold 只落 evaluator_only/ 产物。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Blind Judging（强制）：</a:t>
            </a: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judge 看不到臂标签 / memory mode / program path；送评前剥离 memory context 痕迹，两臂同一脱敏管道，2 replicates。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教训已制度化：</a:t>
            </a:r>
            <a:r>
              <a:rPr sz="1300" b="0">
                <a:solidFill>
                  <a:srgbClr val="232833"/>
                </a:solidFill>
                <a:latin typeface="Microsoft YaHei"/>
                <a:ea typeface="Microsoft YaHei"/>
              </a:rPr>
              <a:t>旧 pilot episode 曾把 VERIFIED HUMAN REFERENCE 拼进 candidate 文本——该 run 产物已降级为仅历史分析，正式结论需重新进化。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BGE-M3 Embedding：选型与检索基础设施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692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  <a:ea typeface="Microsoft YaHei"/>
              </a:rPr>
              <a:t>embedding 不生成 review，只服务选择、检索与缓存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703320" cy="16002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Episode 选择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2391 个 A 区 episode → BGE-M3 →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facility-location 选出有代表性的训练经验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703320" cy="160020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Validation 选择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B 区验证问题 → embedding 聚类 →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冻结 static 25 + rotating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4464" y="1371600"/>
            <a:ext cx="3703320" cy="160020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Runtime Retrieval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query → embedding → 向量相似度 →</a:t>
            </a:r>
          </a:p>
          <a:p>
            <a:pPr algn="ctr"/>
            <a:r>
              <a:rPr sz="1050" b="0">
                <a:solidFill>
                  <a:srgbClr val="555F6E"/>
                </a:solidFill>
                <a:latin typeface="Microsoft YaHei"/>
                <a:ea typeface="Microsoft YaHei"/>
              </a:rPr>
              <a:t>MemoryProgram 检索记忆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4712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10881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1B2A4A"/>
                </a:solidFill>
                <a:latin typeface="Microsoft YaHei"/>
                <a:ea typeface="Microsoft YaHei"/>
              </a:rPr>
              <a:t>SQLite Embedding Cache（2026-08 新增，embedding_adapter.py）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cache key = text SHA256 + model revision + embedding semantics    →    value = float32 vector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路径 cache/embedding_cache.sqlite3 · schema embedding-cache-sqlite-v1 · 固定数据一次计算、后续 evolution 全部 cache hit · 不消耗 Kimi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为什么需要：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此前每次 evolution 启动都重算 2391 episodes + validation 的 embedding，启动极慢；cache 后不影响实验 identity。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资源策略：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BGE-M3 显存约 2GB，放 A30 预生成 cache；A100 留给正式 evolution run。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CoCoReviewBench：最外层独立裁判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692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  <a:ea typeface="Microsoft YaHei"/>
              </a:rPr>
              <a:t>经 Benchmark Adapter 接入；gold/taxonomy/judge 不进 Reviewer 推理输入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057400" cy="13716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Generated Review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Reviewer 产出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2888" y="192024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5768" y="1417320"/>
            <a:ext cx="2057400" cy="137160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ReviewSplit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Qwen3-8B-Split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vLLM :13099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91456" y="192024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74336" y="1417320"/>
            <a:ext cx="2057400" cy="137160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ReviewClassify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Qwen3-8B-Classify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vLLM :13098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0024" y="192024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32904" y="1417320"/>
            <a:ext cx="2057400" cy="137160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意见类别集合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从文本重新提取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不信任候选自报类别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08592" y="192024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1472" y="1417320"/>
            <a:ext cx="2057400" cy="137160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>vs Human Reference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比较 →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111556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部署：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两个 Qwen3-8B 经 vLLM OpenAI-compatible API 部署，接口自检 SPLIT_OK / CLASSIFY_OK；FrozenCoCoAdapter 固定官方 commit。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类别覆盖率：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|AI categories ∩ human categories| / |human categories|。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Specialist fitness：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Judge 五项质量分（alignment/completeness/grounding/verifiability/clarity，1–5）与类别覆盖率的调和平均。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Benchmark-agnostic：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Reviewer / MemoryProgram 的推理输入中不得出现任何 benchmark 的 gold / taxonomy / judge 信息；换 benchmark 只换 adapter，不改 Reviewer 核心。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分层评估：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B 区（进化选择）→ C 区（development effectiveness，不称正式成绩）→ D 区（Program 冻结后的 Official Benchmark，只跑一次）。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实验设计：如何证明「进化有效」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5836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4747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比较臂 / 消融</a:t>
                      </a:r>
                    </a:p>
                  </a:txBody>
                  <a:tcPr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</a:p>
                  </a:txBody>
                  <a:tcPr marT="18288" marB="18288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no_memory → seed（Three Arms 之一）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验证 memory 本身是否有用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seed → evolved（Three Arms 之二）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验证 evolution 带来额外收益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iterations=0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三个初始程序、无进化基线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mutation_scope=instructions_only / schema_logic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定位收益来自外围指令还是记忆结构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parent_policy=best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无种群采样的线性最优父程序对照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AgentReview 0716 原系统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外部基线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280160"/>
            <a:ext cx="4297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控制变量：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同论文、同 Base LLM（kimi-k3）、同 S2 冻结池、同 evaluator、同 reviewer 设定。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记录单位：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Program Lineage（evolved_from_vector_search 等），携带 parent / SHA256 / fitness / promotion 溯源。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统计：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work-family 级 paired bootstrap 95% CI；改善/下降论文比例；格式失败率与 API 成本。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终点：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META 为主要终点，五个 specialist 为机制与分维度结果。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工程质量：让「LLM 生成代码并进化」可运行、可复现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703320" cy="178308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候选沙箱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bubblewrap + rlimit 隔离执行候选程序；清空环境、资源限制、宿主进程永不执行候选代码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703320" cy="178308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质量门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import 白名单 / KnowledgeBase 协议 / 读上限静态检查 + 编译冒烟 + 编译修复循环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4464" y="1371600"/>
            <a:ext cx="3703320" cy="178308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身份绑定 checkpoint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canonical SHA256 + memory_library 快照；断点续跑只恢复自身 verified prefix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3703320" cy="178308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Asset Manifest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每项资产记录解析路径 / SHA256 / 版本 / split，不靠目录名推断身份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337560"/>
            <a:ext cx="3703320" cy="178308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审计门禁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finalize_formal_readiness 只读审计通过才登记正式资产；formal_ready=true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3337560"/>
            <a:ext cx="3703320" cy="178308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</a:rPr>
              <a:t>测试与查看器</a:t>
            </a:r>
          </a:p>
          <a:p>
            <a:pPr algn="ctr"/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21 个 unittest 文件；viewer :7861 / evolution_viewer :7862 只读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规模：</a:t>
            </a:r>
            <a:r>
              <a:rPr sz="1250" b="0">
                <a:solidFill>
                  <a:srgbClr val="232833"/>
                </a:solidFill>
                <a:latin typeface="Microsoft YaHei"/>
                <a:ea typeface="Microsoft YaHei"/>
              </a:rPr>
              <a:t>约 2 万行 Python；memory_evolution/ ≈9900 行，effectiveness_screening/ ≈2560 行，主 CLI 2135 行；遗产代码标记保留不删除（docs/DEPRECATED.md）。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当前进度（截至 2026-08-20，HEAD 7256ffc）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93776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52120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0E7C7B"/>
                </a:solidFill>
                <a:latin typeface="Microsoft YaHei"/>
                <a:ea typeface="Microsoft YaHei"/>
              </a:rPr>
              <a:t>✅ 已完成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数据冻结：四区 temporal split v2 + 冻结 S2 池 v2 + asset_manifest_v2，formal_ready=true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canonical 进化数据 evolution_coco_v2_20260819 五任务 bundle 已冻结（SHA 核验，勿重建）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CoCo evaluator：Qwen3-8B Split/Classify vLLM 部署，接口自检通过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Evolution pipeline smoke：2391 episodes 加载、embedding/CoCo adapter、Kimi API 全链路打通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Embedding SQLite cache 实现并测试通过（7256ffc）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2026-08-18 运行前审计 + 08-20 复审完成（docs/RUN_AUDIT_20260818.md）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440680" cy="493776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D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417320"/>
            <a:ext cx="5074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D97A2B"/>
                </a:solidFill>
                <a:latin typeface="Microsoft YaHei"/>
                <a:ea typeface="Microsoft YaHei"/>
              </a:rPr>
              <a:t>🔄 进行中 / 待修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QUAL 正式 evolution 准备中（当前最小闭环先跑 QUAL，降本验证 pipeline）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A30 预生成 episodes/validation embedding 写入 cache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232833"/>
                </a:solidFill>
                <a:latin typeface="Microsoft YaHei"/>
                <a:ea typeface="Microsoft YaHei"/>
              </a:rPr>
              <a:t>· 已知未修：QUAL_test.sh / end2end_smoke.sh 硬编码 key 待清理；在线管线 B1（环境变量名分裂）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下一步：从 smoke 到正式 QUAL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148840" cy="196596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Step 1 · A30 预生成 embedding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QUAL episodes + validation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写入 embedding_cache.sqlite3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4328" y="228600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1463040"/>
            <a:ext cx="2148840" cy="196596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Step 2 · 重跑 smoke 验证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cache hit · CoCo evaluator ·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Kimi 生成 · pipeline 启动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65192" y="228600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8928" y="1463040"/>
            <a:ext cx="2148840" cy="196596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Step 3 · 正式 QUAL evolution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21 次成功子代评测（7/lineage×3）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static 25 + rotating 5 · outer seed 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06056" y="228600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9792" y="1463040"/>
            <a:ext cx="2148840" cy="196596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Step 4 · 扩展六任务 → META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五 specialist 冻结 → out-of-fold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META 输入 → META 独立进化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46920" y="2286000"/>
            <a:ext cx="164592" cy="274320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0656" y="1463040"/>
            <a:ext cx="2148840" cy="196596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B2A4A"/>
                </a:solidFill>
                <a:latin typeface="Microsoft YaHei"/>
                <a:ea typeface="Microsoft YaHei"/>
              </a:rPr>
              <a:t>Step 5 · C 区 → D 区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effectiveness holdout 盲评 →</a:t>
            </a:r>
          </a:p>
          <a:p>
            <a:pPr algn="ctr"/>
            <a:r>
              <a:rPr sz="1000" b="0">
                <a:solidFill>
                  <a:srgbClr val="555F6E"/>
                </a:solidFill>
                <a:latin typeface="Microsoft YaHei"/>
                <a:ea typeface="Microsoft YaHei"/>
              </a:rPr>
              <a:t>封存 D 区 Official Benchmark 跑一次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11155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正式 run 模型配置：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task / reflector / judge 均为 kimi-k3（三处默认，代码固化）。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环境：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云服务器 gpu1/gpu3（A100 40GB 用于正式 run；A30 用于 embedding）；env_shengao / env_shengao_a100。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云端运行权威：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docs/CLOUD_FORMAL_ALIGNMENT_20260820.md（含完整命令、resume 程序与 readiness gate）。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2E6FDB"/>
                </a:solidFill>
                <a:latin typeface="Microsoft YaHei"/>
                <a:ea typeface="Microsoft YaHei"/>
              </a:rPr>
              <a:t>▪ </a:t>
            </a: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</a:rPr>
              <a:t>纪律：</a:t>
            </a:r>
            <a:r>
              <a:rPr sz="1350" b="0">
                <a:solidFill>
                  <a:srgbClr val="232833"/>
                </a:solidFill>
                <a:latin typeface="Microsoft YaHei"/>
                <a:ea typeface="Microsoft YaHei"/>
              </a:rPr>
              <a:t>outer seed 0 是预注册最小闭环；不看 test 回改 Program；final-evaluate-suite 只执行一次且拒绝覆盖。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风险与表述边界：现在能说什么、不能说什么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023360"/>
                <a:gridCol w="41148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风险 / 边界</a:t>
                      </a:r>
                    </a:p>
                  </a:txBody>
                  <a:tcPr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当前状态</a:t>
                      </a:r>
                    </a:p>
                  </a:txBody>
                  <a:tcPr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应对</a:t>
                      </a:r>
                    </a:p>
                  </a:txBody>
                  <a:tcPr marT="18288" marB="18288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不能宣称已有稳定进化增益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smoke 只证明工程闭环成立；正式进化尚未完成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汇报口径限定为「架构+协议+管线就绪」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旧 pilot 产物违反泄漏边界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pilot_full_iter5 产物已降级为仅历史分析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修复边界后重新进化出正式结论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验证集过拟合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Reflector 可能利用反馈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static 不进反馈；rotating 只给有限 trace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可执行候选风险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MemoryProgram 是 LLM 生成代码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bubblewrap 沙箱 + 白名单 + 资源限制 + 无网络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结果选择偏差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可能挑最好的 seed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预注册 seed 0；其余 seed 仅供未来稳定性分析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API / 分类成本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Task/Reflector/Judge/CoCo 全链路调用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833"/>
                          </a:solidFill>
                          <a:latin typeface="Microsoft YaHei"/>
                          <a:ea typeface="Microsoft YaHei"/>
                        </a:rPr>
                        <a:t>QUAL 单轮计时外推预算；固定服务版本监控吞吐</a:t>
                      </a:r>
                    </a:p>
                  </a:txBody>
                  <a:tcPr marT="18288" marB="18288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总结：三句话口径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417320"/>
          </a:xfrm>
          <a:prstGeom prst="roundRect">
            <a:avLst/>
          </a:prstGeom>
          <a:solidFill>
            <a:srgbClr val="E3ECFB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1280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54480"/>
            <a:ext cx="9144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32833"/>
                </a:solidFill>
                <a:latin typeface="Microsoft YaHei"/>
                <a:ea typeface="Microsoft YaHei"/>
              </a:rPr>
              <a:t>把 M★ 的任务专属可执行 MemoryProgram 搜索映射到五个独立 specialist + 一个 META；reviewer 设定、Task Agent、评估器与系统拓扑不参与进化。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1064240" cy="14173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72968"/>
            <a:ext cx="1280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</a:rPr>
              <a:t>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9144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32833"/>
                </a:solidFill>
                <a:latin typeface="Microsoft YaHei"/>
                <a:ea typeface="Microsoft YaHei"/>
              </a:rPr>
              <a:t>四区 family 级数据隔离、泄漏审计、种群搜索、变异修复、沙箱执行、冻结 CoCo/BGE-M3/S2 资产与 embedding cache 全部就绪，formal_ready=true。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1064240" cy="1417320"/>
          </a:xfrm>
          <a:prstGeom prst="roundRect">
            <a:avLst/>
          </a:prstGeom>
          <a:solidFill>
            <a:srgbClr val="FBEFE0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B2A4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73168"/>
            <a:ext cx="1280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Microsoft YaHei"/>
                <a:ea typeface="Microsoft YaHei"/>
              </a:rPr>
              <a:t>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54880"/>
            <a:ext cx="9144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232833"/>
                </a:solidFill>
                <a:latin typeface="Microsoft YaHei"/>
                <a:ea typeface="Microsoft YaHei"/>
              </a:rPr>
              <a:t>全链路 smoke 已验证（2391 episodes + CoCo evaluator + Kimi 生成）；当前进入 QUAL 正式进化阶段——在 D 区封存测试执行前，不宣称已获得稳定进化增益。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icrosoft YaHei"/>
                <a:ea typeface="Microsoft YaHei"/>
              </a:rPr>
              <a:t>AgentReview M★ · Memory-Evolution Framework · 2026-08-20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